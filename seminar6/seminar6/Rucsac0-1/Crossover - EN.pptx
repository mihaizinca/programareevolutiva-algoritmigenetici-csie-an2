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1997-EA9A-4AAB-BB74-539A9512415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809B-E457-44DB-A260-134027C4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14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1997-EA9A-4AAB-BB74-539A9512415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809B-E457-44DB-A260-134027C4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0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1997-EA9A-4AAB-BB74-539A9512415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809B-E457-44DB-A260-134027C4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92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1997-EA9A-4AAB-BB74-539A9512415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809B-E457-44DB-A260-134027C4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0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1997-EA9A-4AAB-BB74-539A9512415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809B-E457-44DB-A260-134027C4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5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1997-EA9A-4AAB-BB74-539A9512415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809B-E457-44DB-A260-134027C4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14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1997-EA9A-4AAB-BB74-539A9512415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809B-E457-44DB-A260-134027C4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00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1997-EA9A-4AAB-BB74-539A9512415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809B-E457-44DB-A260-134027C4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6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1997-EA9A-4AAB-BB74-539A9512415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809B-E457-44DB-A260-134027C4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76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1997-EA9A-4AAB-BB74-539A9512415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809B-E457-44DB-A260-134027C4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08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1997-EA9A-4AAB-BB74-539A9512415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809B-E457-44DB-A260-134027C4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73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54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51997-EA9A-4AAB-BB74-539A9512415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1809B-E457-44DB-A260-134027C4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37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3" name="Content Placeholder 6"/>
          <p:cNvSpPr>
            <a:spLocks noGrp="1"/>
          </p:cNvSpPr>
          <p:nvPr>
            <p:ph type="body" sz="half" idx="1"/>
          </p:nvPr>
        </p:nvSpPr>
        <p:spPr>
          <a:xfrm>
            <a:off x="1981200" y="990601"/>
            <a:ext cx="8229600" cy="52117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Single-point</a:t>
            </a:r>
            <a:endParaRPr lang="ro-RO" sz="1800" dirty="0">
              <a:latin typeface="Arial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latin typeface="Arial" charset="0"/>
              </a:rPr>
              <a:t>1 p</a:t>
            </a:r>
            <a:r>
              <a:rPr lang="en-US" sz="1800" dirty="0" err="1">
                <a:latin typeface="Arial" charset="0"/>
              </a:rPr>
              <a:t>osition</a:t>
            </a:r>
            <a:endParaRPr lang="ro-RO" sz="1800" dirty="0">
              <a:latin typeface="Arial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Arial" charset="0"/>
              </a:rPr>
              <a:t>Multi-point</a:t>
            </a:r>
            <a:endParaRPr lang="ro-RO" sz="1800" dirty="0">
              <a:latin typeface="Arial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i="1" dirty="0">
                <a:latin typeface="Arial" charset="0"/>
              </a:rPr>
              <a:t>n</a:t>
            </a:r>
            <a:r>
              <a:rPr lang="ro-RO" sz="1800" dirty="0">
                <a:latin typeface="Arial" charset="0"/>
              </a:rPr>
              <a:t> po</a:t>
            </a:r>
            <a:r>
              <a:rPr lang="en-US" sz="1800" dirty="0" err="1">
                <a:latin typeface="Arial" charset="0"/>
              </a:rPr>
              <a:t>sitions</a:t>
            </a:r>
            <a:endParaRPr lang="ro-RO" sz="1800" dirty="0">
              <a:latin typeface="Arial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 marL="404812" indent="-285750"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 marL="404812" indent="-285750"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 marL="404812" indent="-285750">
              <a:buFont typeface="Wingdings" panose="05000000000000000000" pitchFamily="2" charset="2"/>
              <a:buChar char="q"/>
            </a:pPr>
            <a:endParaRPr lang="ro-RO" sz="1800" dirty="0">
              <a:latin typeface="Arial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o-RO" sz="1800" dirty="0">
                <a:latin typeface="Arial" charset="0"/>
              </a:rPr>
              <a:t>Unifo</a:t>
            </a:r>
            <a:r>
              <a:rPr lang="en-US" sz="1800" dirty="0">
                <a:latin typeface="Arial" charset="0"/>
              </a:rPr>
              <a:t>rm</a:t>
            </a:r>
            <a:r>
              <a:rPr lang="ro-RO" sz="1800" dirty="0">
                <a:latin typeface="Arial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>
                <a:latin typeface="Arial" charset="0"/>
              </a:rPr>
              <a:t>Each position</a:t>
            </a:r>
            <a:endParaRPr lang="ro-RO" sz="1800" dirty="0">
              <a:latin typeface="Arial" charset="0"/>
            </a:endParaRPr>
          </a:p>
        </p:txBody>
      </p:sp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3960802" y="837574"/>
          <a:ext cx="6249998" cy="1477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3331" imgH="1970662" progId="Visio.Drawing.11">
                  <p:embed/>
                </p:oleObj>
              </mc:Choice>
              <mc:Fallback>
                <p:oleObj name="Visio" r:id="rId2" imgW="8333331" imgH="1970662" progId="Visio.Drawing.11">
                  <p:embed/>
                  <p:pic>
                    <p:nvPicPr>
                      <p:cNvPr id="2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02" y="837574"/>
                        <a:ext cx="6249998" cy="14779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3940020" y="2528087"/>
          <a:ext cx="6249998" cy="1659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8315417" imgH="2200110" progId="Visio.Drawing.11">
                  <p:embed/>
                </p:oleObj>
              </mc:Choice>
              <mc:Fallback>
                <p:oleObj name="Visio" r:id="rId4" imgW="8315417" imgH="2200110" progId="Visio.Drawing.11">
                  <p:embed/>
                  <p:pic>
                    <p:nvPicPr>
                      <p:cNvPr id="2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020" y="2528087"/>
                        <a:ext cx="6249998" cy="1659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4038600" y="4618722"/>
          <a:ext cx="6249998" cy="1119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8315417" imgH="1476452" progId="Visio.Drawing.11">
                  <p:embed/>
                </p:oleObj>
              </mc:Choice>
              <mc:Fallback>
                <p:oleObj name="Visio" r:id="rId6" imgW="8315417" imgH="1476452" progId="Visio.Drawing.11">
                  <p:embed/>
                  <p:pic>
                    <p:nvPicPr>
                      <p:cNvPr id="2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618722"/>
                        <a:ext cx="6249998" cy="1119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690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Garamond</vt:lpstr>
      <vt:lpstr>Wingdings</vt:lpstr>
      <vt:lpstr>Office Theme</vt:lpstr>
      <vt:lpstr>Visio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Catalina</dc:creator>
  <cp:lastModifiedBy>Lavinia Roxana Toma</cp:lastModifiedBy>
  <cp:revision>2</cp:revision>
  <dcterms:created xsi:type="dcterms:W3CDTF">2022-03-29T07:29:39Z</dcterms:created>
  <dcterms:modified xsi:type="dcterms:W3CDTF">2026-03-19T05:43:14Z</dcterms:modified>
</cp:coreProperties>
</file>